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1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7F8C-24E6-44F8-A3B1-81DE1503EBA5}" type="datetimeFigureOut">
              <a:rPr lang="ko-KR" altLang="en-US" smtClean="0"/>
              <a:t>2022-06-07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29879-240A-4DBD-9883-B1E817C6D9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708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7F8C-24E6-44F8-A3B1-81DE1503EBA5}" type="datetimeFigureOut">
              <a:rPr lang="ko-KR" altLang="en-US" smtClean="0"/>
              <a:t>2022-06-07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29879-240A-4DBD-9883-B1E817C6D9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69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7F8C-24E6-44F8-A3B1-81DE1503EBA5}" type="datetimeFigureOut">
              <a:rPr lang="ko-KR" altLang="en-US" smtClean="0"/>
              <a:t>2022-06-07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29879-240A-4DBD-9883-B1E817C6D9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165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7F8C-24E6-44F8-A3B1-81DE1503EBA5}" type="datetimeFigureOut">
              <a:rPr lang="ko-KR" altLang="en-US" smtClean="0"/>
              <a:t>2022-06-07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29879-240A-4DBD-9883-B1E817C6D9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1400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7F8C-24E6-44F8-A3B1-81DE1503EBA5}" type="datetimeFigureOut">
              <a:rPr lang="ko-KR" altLang="en-US" smtClean="0"/>
              <a:t>2022-06-07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29879-240A-4DBD-9883-B1E817C6D9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9442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7F8C-24E6-44F8-A3B1-81DE1503EBA5}" type="datetimeFigureOut">
              <a:rPr lang="ko-KR" altLang="en-US" smtClean="0"/>
              <a:t>2022-06-07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29879-240A-4DBD-9883-B1E817C6D9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69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7F8C-24E6-44F8-A3B1-81DE1503EBA5}" type="datetimeFigureOut">
              <a:rPr lang="ko-KR" altLang="en-US" smtClean="0"/>
              <a:t>2022-06-07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29879-240A-4DBD-9883-B1E817C6D9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065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7F8C-24E6-44F8-A3B1-81DE1503EBA5}" type="datetimeFigureOut">
              <a:rPr lang="ko-KR" altLang="en-US" smtClean="0"/>
              <a:t>2022-06-07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29879-240A-4DBD-9883-B1E817C6D9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1591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7F8C-24E6-44F8-A3B1-81DE1503EBA5}" type="datetimeFigureOut">
              <a:rPr lang="ko-KR" altLang="en-US" smtClean="0"/>
              <a:t>2022-06-07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29879-240A-4DBD-9883-B1E817C6D9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632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7F8C-24E6-44F8-A3B1-81DE1503EBA5}" type="datetimeFigureOut">
              <a:rPr lang="ko-KR" altLang="en-US" smtClean="0"/>
              <a:t>2022-06-07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29879-240A-4DBD-9883-B1E817C6D9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08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7F8C-24E6-44F8-A3B1-81DE1503EBA5}" type="datetimeFigureOut">
              <a:rPr lang="ko-KR" altLang="en-US" smtClean="0"/>
              <a:t>2022-06-07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29879-240A-4DBD-9883-B1E817C6D9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124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27F8C-24E6-44F8-A3B1-81DE1503EBA5}" type="datetimeFigureOut">
              <a:rPr lang="ko-KR" altLang="en-US" smtClean="0"/>
              <a:t>2022-06-07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29879-240A-4DBD-9883-B1E817C6D9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294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seoul.go.k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data.go.kr/" TargetMode="Externa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m.ebn.co.kr/news/view/879989" TargetMode="Externa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err="1" smtClean="0"/>
              <a:t>데이터수집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401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 smtClean="0"/>
              <a:t>데이터 수집 장소</a:t>
            </a:r>
            <a:endParaRPr lang="ko-KR" altLang="en-US" sz="3600" dirty="0"/>
          </a:p>
        </p:txBody>
      </p:sp>
      <p:pic>
        <p:nvPicPr>
          <p:cNvPr id="5" name="그림 개체 틀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00" r="15700"/>
          <a:stretch>
            <a:fillRect/>
          </a:stretch>
        </p:blipFill>
        <p:spPr/>
      </p:pic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1.url : </a:t>
            </a:r>
            <a:r>
              <a:rPr lang="en-US" altLang="ko-KR" sz="2400" dirty="0" smtClean="0">
                <a:hlinkClick r:id="rId3"/>
              </a:rPr>
              <a:t>https://data.seoul.go.kr/</a:t>
            </a:r>
            <a:endParaRPr lang="en-US" altLang="ko-KR" sz="2400" dirty="0" smtClean="0"/>
          </a:p>
          <a:p>
            <a:r>
              <a:rPr lang="en-US" altLang="ko-KR" sz="2400" dirty="0" smtClean="0"/>
              <a:t>2. </a:t>
            </a:r>
            <a:r>
              <a:rPr lang="ko-KR" altLang="en-US" sz="2400" dirty="0" err="1" smtClean="0"/>
              <a:t>공공데이터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-&gt; </a:t>
            </a:r>
            <a:r>
              <a:rPr lang="ko-KR" altLang="en-US" sz="2400" dirty="0" err="1" smtClean="0"/>
              <a:t>데이터셋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-&gt; </a:t>
            </a:r>
            <a:r>
              <a:rPr lang="ko-KR" altLang="en-US" sz="2400" dirty="0" smtClean="0"/>
              <a:t>검색 </a:t>
            </a:r>
            <a:r>
              <a:rPr lang="en-US" altLang="ko-KR" sz="2400" dirty="0" smtClean="0"/>
              <a:t>-&gt; </a:t>
            </a:r>
            <a:r>
              <a:rPr lang="ko-KR" altLang="en-US" sz="2400" dirty="0" err="1" smtClean="0"/>
              <a:t>공공데이터</a:t>
            </a:r>
            <a:r>
              <a:rPr lang="ko-KR" altLang="en-US" sz="2400" dirty="0" smtClean="0"/>
              <a:t> 클릭</a:t>
            </a:r>
            <a:endParaRPr lang="en-US" altLang="ko-KR" sz="2400" dirty="0" smtClean="0"/>
          </a:p>
        </p:txBody>
      </p:sp>
    </p:spTree>
    <p:extLst>
      <p:ext uri="{BB962C8B-B14F-4D97-AF65-F5344CB8AC3E}">
        <p14:creationId xmlns:p14="http://schemas.microsoft.com/office/powerpoint/2010/main" val="1561758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 smtClean="0"/>
              <a:t>데이터 수집 장소</a:t>
            </a:r>
            <a:endParaRPr lang="ko-KR" altLang="en-US" sz="360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1.url : </a:t>
            </a:r>
            <a:r>
              <a:rPr lang="en-US" altLang="ko-KR" sz="2400" dirty="0" smtClean="0">
                <a:hlinkClick r:id="rId2"/>
              </a:rPr>
              <a:t>https://www.data.go.kr</a:t>
            </a:r>
            <a:endParaRPr lang="en-US" altLang="ko-KR" sz="2400" dirty="0" smtClean="0"/>
          </a:p>
          <a:p>
            <a:r>
              <a:rPr lang="en-US" altLang="ko-KR" sz="2400" dirty="0" smtClean="0"/>
              <a:t>2. </a:t>
            </a:r>
            <a:r>
              <a:rPr lang="ko-KR" altLang="en-US" sz="2400" dirty="0" err="1" smtClean="0"/>
              <a:t>데이터찾기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-&gt; </a:t>
            </a:r>
            <a:r>
              <a:rPr lang="ko-KR" altLang="en-US" sz="2400" dirty="0" err="1" smtClean="0"/>
              <a:t>상세검색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-&gt; </a:t>
            </a:r>
            <a:r>
              <a:rPr lang="ko-KR" altLang="en-US" sz="2400" dirty="0" smtClean="0"/>
              <a:t>서울특별시 </a:t>
            </a:r>
            <a:r>
              <a:rPr lang="en-US" altLang="ko-KR" sz="2400" dirty="0" smtClean="0"/>
              <a:t>-&gt; </a:t>
            </a:r>
            <a:r>
              <a:rPr lang="ko-KR" altLang="en-US" sz="2400" dirty="0" smtClean="0"/>
              <a:t>검색</a:t>
            </a:r>
            <a:endParaRPr lang="en-US" altLang="ko-KR" sz="2400" dirty="0" smtClean="0"/>
          </a:p>
        </p:txBody>
      </p:sp>
      <p:pic>
        <p:nvPicPr>
          <p:cNvPr id="6" name="그림 개체 틀 5"/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00" r="1570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337734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</a:t>
            </a:r>
            <a:r>
              <a:rPr lang="ko-KR" altLang="en-US" dirty="0" smtClean="0"/>
              <a:t>데이터 전처리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5246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대중교통 데이터 </a:t>
            </a:r>
            <a:r>
              <a:rPr lang="en-US" altLang="ko-KR" dirty="0" smtClean="0"/>
              <a:t>- </a:t>
            </a:r>
            <a:r>
              <a:rPr lang="ko-KR" altLang="en-US" dirty="0" smtClean="0"/>
              <a:t>합치기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altLang="ko-KR" sz="2000" dirty="0" smtClean="0"/>
              <a:t>2022</a:t>
            </a:r>
            <a:r>
              <a:rPr lang="ko-KR" altLang="en-US" sz="2000" dirty="0" smtClean="0"/>
              <a:t>년</a:t>
            </a:r>
            <a:r>
              <a:rPr lang="en-US" altLang="ko-KR" sz="2000" dirty="0" smtClean="0"/>
              <a:t>1</a:t>
            </a:r>
            <a:r>
              <a:rPr lang="ko-KR" altLang="en-US" sz="2000" dirty="0" smtClean="0"/>
              <a:t>월부터 </a:t>
            </a:r>
            <a:r>
              <a:rPr lang="en-US" altLang="ko-KR" sz="2000" dirty="0" smtClean="0"/>
              <a:t>4</a:t>
            </a:r>
            <a:r>
              <a:rPr lang="ko-KR" altLang="en-US" sz="2000" dirty="0" smtClean="0"/>
              <a:t>월까지의 대중교통 데이터를 읽음</a:t>
            </a:r>
            <a:endParaRPr lang="en-US" altLang="ko-KR" sz="2000" dirty="0" smtClean="0"/>
          </a:p>
          <a:p>
            <a:pPr marL="342900" indent="-342900">
              <a:buAutoNum type="arabicPeriod"/>
            </a:pPr>
            <a:endParaRPr lang="en-US" altLang="ko-KR" sz="2000" dirty="0" smtClean="0"/>
          </a:p>
          <a:p>
            <a:pPr marL="342900" indent="-342900">
              <a:buAutoNum type="arabicPeriod"/>
            </a:pPr>
            <a:r>
              <a:rPr lang="en-US" altLang="ko-KR" sz="2000" dirty="0" err="1" smtClean="0"/>
              <a:t>Concat</a:t>
            </a:r>
            <a:r>
              <a:rPr lang="ko-KR" altLang="en-US" sz="2000" dirty="0" smtClean="0"/>
              <a:t>으로 합치고 </a:t>
            </a:r>
            <a:r>
              <a:rPr lang="ko-KR" altLang="en-US" sz="2000" dirty="0" err="1" smtClean="0"/>
              <a:t>합계컬럼을</a:t>
            </a:r>
            <a:r>
              <a:rPr lang="ko-KR" altLang="en-US" sz="2000" dirty="0" smtClean="0"/>
              <a:t> 추가</a:t>
            </a:r>
            <a:endParaRPr lang="en-US" altLang="ko-KR" sz="2000" dirty="0" smtClean="0"/>
          </a:p>
          <a:p>
            <a:pPr marL="342900" indent="-342900">
              <a:buAutoNum type="arabicPeriod"/>
            </a:pPr>
            <a:endParaRPr lang="en-US" altLang="ko-KR" sz="2000" dirty="0"/>
          </a:p>
          <a:p>
            <a:pPr marL="342900" indent="-342900">
              <a:buAutoNum type="arabicPeriod"/>
            </a:pPr>
            <a:r>
              <a:rPr lang="ko-KR" altLang="en-US" sz="2000" dirty="0" smtClean="0"/>
              <a:t>수정된 데이터프레임 저장</a:t>
            </a:r>
            <a:endParaRPr lang="ko-KR" altLang="en-US" sz="2000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604" y="220369"/>
            <a:ext cx="6203589" cy="2509634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0670" y="2886700"/>
            <a:ext cx="6132938" cy="3106776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170" y="6150173"/>
            <a:ext cx="5825442" cy="47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105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r>
              <a:rPr lang="ko-KR" altLang="en-US" dirty="0" smtClean="0"/>
              <a:t>대중교통 데이터 </a:t>
            </a:r>
            <a:r>
              <a:rPr lang="en-US" altLang="ko-KR" dirty="0" smtClean="0"/>
              <a:t>- </a:t>
            </a:r>
            <a:r>
              <a:rPr lang="ko-KR" altLang="en-US" dirty="0" smtClean="0"/>
              <a:t>매핑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2000" dirty="0" smtClean="0"/>
              <a:t>이상치 데이터를 먼저 조건식으로 처리</a:t>
            </a:r>
            <a:endParaRPr lang="en-US" altLang="ko-KR" sz="2000" dirty="0" smtClean="0"/>
          </a:p>
          <a:p>
            <a:pPr marL="342900" indent="-342900">
              <a:buFont typeface="+mj-lt"/>
              <a:buAutoNum type="arabicPeriod"/>
            </a:pPr>
            <a:endParaRPr lang="en-US" altLang="ko-KR" sz="20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2000" dirty="0" smtClean="0"/>
              <a:t>행정동</a:t>
            </a:r>
            <a:r>
              <a:rPr lang="en-US" altLang="ko-KR" sz="2000" dirty="0" smtClean="0"/>
              <a:t>ID</a:t>
            </a:r>
            <a:r>
              <a:rPr lang="ko-KR" altLang="en-US" sz="2000" dirty="0"/>
              <a:t> </a:t>
            </a:r>
            <a:r>
              <a:rPr lang="ko-KR" altLang="en-US" sz="2000" dirty="0" smtClean="0"/>
              <a:t>앞자리 </a:t>
            </a:r>
            <a:r>
              <a:rPr lang="en-US" altLang="ko-KR" sz="2000" dirty="0" smtClean="0"/>
              <a:t>5</a:t>
            </a:r>
            <a:r>
              <a:rPr lang="ko-KR" altLang="en-US" sz="2000" dirty="0" smtClean="0"/>
              <a:t>자리는 </a:t>
            </a:r>
            <a:r>
              <a:rPr lang="ko-KR" altLang="en-US" sz="2000" dirty="0" err="1" smtClean="0"/>
              <a:t>행정구</a:t>
            </a:r>
            <a:r>
              <a:rPr lang="en-US" altLang="ko-KR" sz="2000" dirty="0" smtClean="0"/>
              <a:t>ID</a:t>
            </a:r>
            <a:r>
              <a:rPr lang="ko-KR" altLang="en-US" sz="2000" dirty="0" smtClean="0"/>
              <a:t>임을 이용하여 </a:t>
            </a:r>
            <a:r>
              <a:rPr lang="ko-KR" altLang="en-US" sz="2000" dirty="0" err="1" smtClean="0"/>
              <a:t>행정구</a:t>
            </a:r>
            <a:r>
              <a:rPr lang="en-US" altLang="ko-KR" sz="2000" dirty="0" smtClean="0"/>
              <a:t>ID </a:t>
            </a:r>
            <a:r>
              <a:rPr lang="ko-KR" altLang="en-US" sz="2000" dirty="0" smtClean="0"/>
              <a:t>매핑</a:t>
            </a:r>
            <a:endParaRPr lang="ko-KR" altLang="en-US" sz="20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665" y="261786"/>
            <a:ext cx="3582451" cy="123710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105" y="1649512"/>
            <a:ext cx="5061931" cy="442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2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대중교통 데이터 </a:t>
            </a:r>
            <a:r>
              <a:rPr lang="en-US" altLang="ko-KR" dirty="0" smtClean="0"/>
              <a:t>- </a:t>
            </a:r>
            <a:r>
              <a:rPr lang="ko-KR" altLang="en-US" dirty="0" smtClean="0"/>
              <a:t>그룹화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2000" dirty="0" smtClean="0"/>
              <a:t>먼저 매핑해올 데이터 </a:t>
            </a:r>
            <a:r>
              <a:rPr lang="ko-KR" altLang="en-US" sz="2000" dirty="0" err="1" smtClean="0"/>
              <a:t>읽어오기</a:t>
            </a:r>
            <a:endParaRPr lang="en-US" altLang="ko-KR" sz="2000" dirty="0" smtClean="0"/>
          </a:p>
          <a:p>
            <a:pPr marL="342900" indent="-342900">
              <a:buFont typeface="+mj-lt"/>
              <a:buAutoNum type="arabicPeriod"/>
            </a:pPr>
            <a:endParaRPr lang="en-US" altLang="ko-KR" sz="20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2000" dirty="0" smtClean="0"/>
              <a:t>시작행정동과 </a:t>
            </a:r>
            <a:r>
              <a:rPr lang="ko-KR" altLang="en-US" sz="2000" dirty="0" err="1" smtClean="0"/>
              <a:t>도착행정동</a:t>
            </a:r>
            <a:r>
              <a:rPr lang="ko-KR" altLang="en-US" sz="2000" dirty="0" smtClean="0"/>
              <a:t> 기준으로 각각 그룹화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컬럼 정리</a:t>
            </a:r>
            <a:endParaRPr lang="en-US" altLang="ko-KR" sz="2000" dirty="0" smtClean="0"/>
          </a:p>
          <a:p>
            <a:pPr marL="342900" indent="-342900">
              <a:buFont typeface="+mj-lt"/>
              <a:buAutoNum type="arabicPeriod"/>
            </a:pPr>
            <a:endParaRPr lang="en-US" altLang="ko-KR" sz="20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2000" dirty="0" smtClean="0"/>
              <a:t>두 그룹을 </a:t>
            </a:r>
            <a:r>
              <a:rPr lang="ko-KR" altLang="en-US" sz="2000" dirty="0" err="1" smtClean="0"/>
              <a:t>머지한</a:t>
            </a:r>
            <a:r>
              <a:rPr lang="ko-KR" altLang="en-US" sz="2000" dirty="0" smtClean="0"/>
              <a:t> 후에 합계 </a:t>
            </a:r>
            <a:r>
              <a:rPr lang="en-US" altLang="ko-KR" sz="2000" dirty="0" smtClean="0"/>
              <a:t>/ 2 </a:t>
            </a:r>
            <a:r>
              <a:rPr lang="ko-KR" altLang="en-US" sz="2000" dirty="0" smtClean="0"/>
              <a:t>로 통행량을 구함</a:t>
            </a:r>
            <a:endParaRPr lang="en-US" altLang="ko-KR" sz="2000" dirty="0" smtClean="0"/>
          </a:p>
          <a:p>
            <a:pPr marL="342900" indent="-342900">
              <a:buFont typeface="+mj-lt"/>
              <a:buAutoNum type="arabicPeriod"/>
            </a:pPr>
            <a:endParaRPr lang="en-US" altLang="ko-KR" sz="20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2000" dirty="0" smtClean="0"/>
              <a:t>그후 코드 </a:t>
            </a:r>
            <a:r>
              <a:rPr lang="en-US" altLang="ko-KR" sz="2000" dirty="0" smtClean="0"/>
              <a:t>20000</a:t>
            </a:r>
            <a:r>
              <a:rPr lang="ko-KR" altLang="en-US" sz="2000" dirty="0" smtClean="0"/>
              <a:t>이하인 구만 구하여 서울특별시만으로 범위를 좁힘</a:t>
            </a:r>
            <a:endParaRPr lang="ko-KR" altLang="en-US" sz="2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5937" y="2057400"/>
            <a:ext cx="6791273" cy="39058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9524" y="3029827"/>
            <a:ext cx="7236063" cy="42868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5937" y="3582141"/>
            <a:ext cx="7056985" cy="38105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064" y="4811743"/>
            <a:ext cx="5839640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982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대중교통 데이터 </a:t>
            </a:r>
            <a:r>
              <a:rPr lang="en-US" altLang="ko-KR" dirty="0" smtClean="0"/>
              <a:t>- </a:t>
            </a:r>
            <a:r>
              <a:rPr lang="ko-KR" altLang="en-US" dirty="0" smtClean="0"/>
              <a:t>그룹화</a:t>
            </a:r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2000" dirty="0" err="1" smtClean="0"/>
              <a:t>시군구</a:t>
            </a:r>
            <a:r>
              <a:rPr lang="ko-KR" altLang="en-US" sz="2000" dirty="0" smtClean="0"/>
              <a:t> 코드를 기준으로 데이터 매핑</a:t>
            </a:r>
            <a:endParaRPr lang="en-US" altLang="ko-KR" sz="2000" dirty="0" smtClean="0"/>
          </a:p>
          <a:p>
            <a:pPr marL="342900" indent="-342900">
              <a:buFont typeface="+mj-lt"/>
              <a:buAutoNum type="arabicPeriod"/>
            </a:pPr>
            <a:endParaRPr lang="en-US" altLang="ko-KR" sz="20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2000" dirty="0" err="1"/>
              <a:t>컬</a:t>
            </a:r>
            <a:r>
              <a:rPr lang="ko-KR" altLang="en-US" sz="2000" dirty="0" err="1" smtClean="0"/>
              <a:t>럼정리</a:t>
            </a:r>
            <a:r>
              <a:rPr lang="ko-KR" altLang="en-US" sz="2000" dirty="0" smtClean="0"/>
              <a:t> 한 후에 수정된 데이터프레임 저장</a:t>
            </a:r>
            <a:endParaRPr lang="ko-KR" altLang="en-US" sz="2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3219" y="4351713"/>
            <a:ext cx="6907357" cy="132361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3219" y="174568"/>
            <a:ext cx="7115174" cy="399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24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교통량</a:t>
            </a:r>
            <a:r>
              <a:rPr lang="ko-KR" altLang="en-US" dirty="0" smtClean="0"/>
              <a:t> 데이터 </a:t>
            </a:r>
            <a:r>
              <a:rPr lang="en-US" altLang="ko-KR" dirty="0" smtClean="0"/>
              <a:t>-</a:t>
            </a:r>
            <a:r>
              <a:rPr lang="ko-KR" altLang="en-US" dirty="0" smtClean="0"/>
              <a:t> 합치기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2000" dirty="0" smtClean="0"/>
              <a:t>2022</a:t>
            </a:r>
            <a:r>
              <a:rPr lang="ko-KR" altLang="en-US" sz="2000" dirty="0" smtClean="0"/>
              <a:t>년 </a:t>
            </a:r>
            <a:r>
              <a:rPr lang="en-US" altLang="ko-KR" sz="2000" dirty="0" smtClean="0"/>
              <a:t>1</a:t>
            </a:r>
            <a:r>
              <a:rPr lang="ko-KR" altLang="en-US" sz="2000" dirty="0" smtClean="0"/>
              <a:t>월부터 </a:t>
            </a:r>
            <a:r>
              <a:rPr lang="en-US" altLang="ko-KR" sz="2000" dirty="0" smtClean="0"/>
              <a:t>4</a:t>
            </a:r>
            <a:r>
              <a:rPr lang="ko-KR" altLang="en-US" sz="2000" dirty="0" smtClean="0"/>
              <a:t>월까지의 교통량 데이터를 읽음</a:t>
            </a:r>
            <a:endParaRPr lang="en-US" altLang="ko-KR" sz="2000" dirty="0" smtClean="0"/>
          </a:p>
          <a:p>
            <a:pPr marL="342900" indent="-342900">
              <a:buFont typeface="+mj-lt"/>
              <a:buAutoNum type="arabicPeriod"/>
            </a:pPr>
            <a:endParaRPr lang="en-US" altLang="ko-KR" sz="20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2000" dirty="0" err="1" smtClean="0"/>
              <a:t>Concat</a:t>
            </a:r>
            <a:r>
              <a:rPr lang="ko-KR" altLang="en-US" sz="2000" dirty="0" smtClean="0"/>
              <a:t>으로 </a:t>
            </a:r>
            <a:r>
              <a:rPr lang="ko-KR" altLang="en-US" sz="2000" dirty="0" err="1" smtClean="0"/>
              <a:t>합친후</a:t>
            </a:r>
            <a:r>
              <a:rPr lang="ko-KR" altLang="en-US" sz="2000" dirty="0" smtClean="0"/>
              <a:t> </a:t>
            </a:r>
            <a:r>
              <a:rPr lang="ko-KR" altLang="en-US" sz="2000" dirty="0" err="1" smtClean="0"/>
              <a:t>합계통행량</a:t>
            </a:r>
            <a:r>
              <a:rPr lang="ko-KR" altLang="en-US" sz="2000" dirty="0" smtClean="0"/>
              <a:t> 추가</a:t>
            </a:r>
            <a:endParaRPr lang="en-US" altLang="ko-KR" sz="2000" dirty="0" smtClean="0"/>
          </a:p>
          <a:p>
            <a:pPr marL="342900" indent="-342900">
              <a:buFont typeface="+mj-lt"/>
              <a:buAutoNum type="arabicPeriod"/>
            </a:pPr>
            <a:endParaRPr lang="en-US" altLang="ko-KR" sz="20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2000" dirty="0" smtClean="0"/>
              <a:t>수정된 데이터프레임 저장</a:t>
            </a:r>
            <a:endParaRPr lang="ko-KR" altLang="en-US" sz="20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3408" y="295658"/>
            <a:ext cx="7290670" cy="204021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267" y="2483261"/>
            <a:ext cx="6902906" cy="203886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267" y="4855905"/>
            <a:ext cx="7459116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271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교통량 데이터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매핑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2000" dirty="0" smtClean="0"/>
              <a:t>매핑할 데이터를 불러오고 컬럼 정리</a:t>
            </a:r>
            <a:endParaRPr lang="en-US" altLang="ko-KR" sz="2000" dirty="0" smtClean="0"/>
          </a:p>
          <a:p>
            <a:pPr marL="342900" indent="-342900">
              <a:buFont typeface="+mj-lt"/>
              <a:buAutoNum type="arabicPeriod"/>
            </a:pPr>
            <a:endParaRPr lang="en-US" altLang="ko-KR" sz="20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2000" dirty="0" smtClean="0"/>
              <a:t>Merge</a:t>
            </a:r>
            <a:r>
              <a:rPr lang="ko-KR" altLang="en-US" sz="2000" dirty="0" smtClean="0"/>
              <a:t>를 이용하여 행정동 매핑</a:t>
            </a:r>
            <a:endParaRPr lang="ko-KR" altLang="en-US" sz="2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618" y="486612"/>
            <a:ext cx="5792008" cy="53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743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교통량 데이터 </a:t>
            </a:r>
            <a:r>
              <a:rPr lang="en-US" altLang="ko-KR" dirty="0" smtClean="0"/>
              <a:t>–</a:t>
            </a:r>
            <a:r>
              <a:rPr lang="ko-KR" altLang="en-US" dirty="0" smtClean="0"/>
              <a:t> 매핑</a:t>
            </a:r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2000" dirty="0" err="1" smtClean="0"/>
              <a:t>매핑된</a:t>
            </a:r>
            <a:r>
              <a:rPr lang="ko-KR" altLang="en-US" sz="2000" dirty="0" smtClean="0"/>
              <a:t> 데이터를 </a:t>
            </a:r>
            <a:r>
              <a:rPr lang="ko-KR" altLang="en-US" sz="2000" dirty="0" err="1" smtClean="0"/>
              <a:t>컬럼정리</a:t>
            </a:r>
            <a:endParaRPr lang="en-US" altLang="ko-KR" sz="2000" dirty="0" smtClean="0"/>
          </a:p>
          <a:p>
            <a:pPr marL="342900" indent="-342900">
              <a:buFont typeface="+mj-lt"/>
              <a:buAutoNum type="arabicPeriod"/>
            </a:pPr>
            <a:endParaRPr lang="en-US" altLang="ko-KR" sz="20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2000" dirty="0" err="1" smtClean="0"/>
              <a:t>읍면동과</a:t>
            </a:r>
            <a:r>
              <a:rPr lang="ko-KR" altLang="en-US" sz="2000" dirty="0" smtClean="0"/>
              <a:t> 일자 기준으로 그룹화</a:t>
            </a:r>
            <a:endParaRPr lang="en-US" altLang="ko-KR" sz="2000" dirty="0" smtClean="0"/>
          </a:p>
          <a:p>
            <a:pPr marL="342900" indent="-342900">
              <a:buFont typeface="+mj-lt"/>
              <a:buAutoNum type="arabicPeriod"/>
            </a:pPr>
            <a:endParaRPr lang="en-US" altLang="ko-KR" sz="20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2000" dirty="0" err="1" smtClean="0"/>
              <a:t>수정필요가</a:t>
            </a:r>
            <a:r>
              <a:rPr lang="ko-KR" altLang="en-US" sz="2000" dirty="0" smtClean="0"/>
              <a:t> 있는 </a:t>
            </a:r>
            <a:r>
              <a:rPr lang="ko-KR" altLang="en-US" sz="2000" dirty="0" err="1" smtClean="0"/>
              <a:t>읍면동</a:t>
            </a:r>
            <a:r>
              <a:rPr lang="ko-KR" altLang="en-US" sz="2000" dirty="0" smtClean="0"/>
              <a:t> 수정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5708" y="117560"/>
            <a:ext cx="4667901" cy="43821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5708" y="668792"/>
            <a:ext cx="5534797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391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교통량 데이터 </a:t>
            </a:r>
            <a:r>
              <a:rPr lang="en-US" altLang="ko-KR" dirty="0" smtClean="0"/>
              <a:t>–</a:t>
            </a:r>
            <a:r>
              <a:rPr lang="ko-KR" altLang="en-US" dirty="0" smtClean="0"/>
              <a:t> 매핑</a:t>
            </a:r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2000" dirty="0" err="1" smtClean="0"/>
              <a:t>읍면동</a:t>
            </a:r>
            <a:r>
              <a:rPr lang="ko-KR" altLang="en-US" sz="2000" dirty="0" smtClean="0"/>
              <a:t> 기준으로 매핑</a:t>
            </a:r>
            <a:endParaRPr lang="en-US" altLang="ko-KR" sz="2000" dirty="0" smtClean="0"/>
          </a:p>
          <a:p>
            <a:pPr marL="342900" indent="-342900">
              <a:buFont typeface="+mj-lt"/>
              <a:buAutoNum type="arabicPeriod"/>
            </a:pPr>
            <a:endParaRPr lang="en-US" altLang="ko-KR" sz="20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2000" dirty="0" smtClean="0"/>
              <a:t>서울시가 아닌</a:t>
            </a:r>
            <a:r>
              <a:rPr lang="en-US" altLang="ko-KR" sz="2000" dirty="0" smtClean="0"/>
              <a:t>(</a:t>
            </a:r>
            <a:r>
              <a:rPr lang="ko-KR" altLang="en-US" sz="2000" dirty="0" err="1" smtClean="0"/>
              <a:t>결측치</a:t>
            </a:r>
            <a:r>
              <a:rPr lang="en-US" altLang="ko-KR" sz="2000" dirty="0" smtClean="0"/>
              <a:t>) </a:t>
            </a:r>
            <a:r>
              <a:rPr lang="ko-KR" altLang="en-US" sz="2000" dirty="0" smtClean="0"/>
              <a:t>데이터 삭제</a:t>
            </a:r>
            <a:endParaRPr lang="en-US" altLang="ko-KR" sz="2000" dirty="0" smtClean="0"/>
          </a:p>
          <a:p>
            <a:pPr marL="342900" indent="-342900">
              <a:buFont typeface="+mj-lt"/>
              <a:buAutoNum type="arabicPeriod"/>
            </a:pPr>
            <a:endParaRPr lang="en-US" altLang="ko-KR" sz="20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2000" dirty="0" smtClean="0"/>
              <a:t>최종 컬럼 정리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201" y="178277"/>
            <a:ext cx="7228854" cy="515849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201" y="5421251"/>
            <a:ext cx="3915321" cy="44773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517" y="5996989"/>
            <a:ext cx="7316221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235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교통량 데이터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이상치 처리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2000" dirty="0" smtClean="0"/>
              <a:t>통행량이 </a:t>
            </a:r>
            <a:r>
              <a:rPr lang="en-US" altLang="ko-KR" sz="2000" dirty="0" smtClean="0"/>
              <a:t>0</a:t>
            </a:r>
            <a:r>
              <a:rPr lang="ko-KR" altLang="en-US" sz="2000" dirty="0" smtClean="0"/>
              <a:t>인 </a:t>
            </a:r>
            <a:r>
              <a:rPr lang="ko-KR" altLang="en-US" sz="2000" dirty="0" err="1" smtClean="0"/>
              <a:t>데이터행을</a:t>
            </a:r>
            <a:r>
              <a:rPr lang="ko-KR" altLang="en-US" sz="2000" dirty="0" smtClean="0"/>
              <a:t> 찾기</a:t>
            </a:r>
            <a:endParaRPr lang="en-US" altLang="ko-KR" sz="2000" dirty="0" smtClean="0"/>
          </a:p>
          <a:p>
            <a:pPr marL="342900" indent="-342900">
              <a:buFont typeface="+mj-lt"/>
              <a:buAutoNum type="arabicPeriod"/>
            </a:pPr>
            <a:endParaRPr lang="en-US" altLang="ko-KR" sz="20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2000" dirty="0" smtClean="0"/>
              <a:t>일자와 </a:t>
            </a:r>
            <a:r>
              <a:rPr lang="ko-KR" altLang="en-US" sz="2000" dirty="0" err="1" smtClean="0"/>
              <a:t>시군구</a:t>
            </a:r>
            <a:r>
              <a:rPr lang="ko-KR" altLang="en-US" sz="2000" dirty="0" smtClean="0"/>
              <a:t> 기준으로 평균값을 구해서 입력</a:t>
            </a:r>
            <a:endParaRPr lang="ko-KR" altLang="en-US" sz="2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700" y="80798"/>
            <a:ext cx="6954220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087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자동차 소유 현황 데이터 </a:t>
            </a:r>
            <a:r>
              <a:rPr lang="en-US" altLang="ko-KR" dirty="0" smtClean="0"/>
              <a:t>- </a:t>
            </a:r>
            <a:r>
              <a:rPr lang="ko-KR" altLang="en-US" dirty="0" smtClean="0"/>
              <a:t>행정동 설정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2000" dirty="0" smtClean="0"/>
              <a:t>소유 현황 데이터를 </a:t>
            </a:r>
            <a:r>
              <a:rPr lang="ko-KR" altLang="en-US" sz="2000" dirty="0" err="1" smtClean="0"/>
              <a:t>읽어옴</a:t>
            </a:r>
            <a:endParaRPr lang="en-US" altLang="ko-KR" sz="2000" dirty="0" smtClean="0"/>
          </a:p>
          <a:p>
            <a:pPr marL="342900" indent="-342900">
              <a:buFont typeface="+mj-lt"/>
              <a:buAutoNum type="arabicPeriod"/>
            </a:pPr>
            <a:endParaRPr lang="en-US" altLang="ko-KR" sz="20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2000" dirty="0" smtClean="0"/>
              <a:t>행정동사용본거지 기준으로 행정동을 저장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742" y="603019"/>
            <a:ext cx="6973273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525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자동차 소유 현황 데이터 </a:t>
            </a:r>
            <a:r>
              <a:rPr lang="en-US" altLang="ko-KR" dirty="0" smtClean="0"/>
              <a:t>- </a:t>
            </a:r>
            <a:r>
              <a:rPr lang="ko-KR" altLang="en-US" dirty="0" smtClean="0"/>
              <a:t>매핑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2000" dirty="0" smtClean="0"/>
              <a:t>먼저 컬럼을 정리</a:t>
            </a:r>
            <a:endParaRPr lang="en-US" altLang="ko-KR" sz="2000" dirty="0" smtClean="0"/>
          </a:p>
          <a:p>
            <a:pPr marL="342900" indent="-342900">
              <a:buFont typeface="+mj-lt"/>
              <a:buAutoNum type="arabicPeriod"/>
            </a:pPr>
            <a:endParaRPr lang="en-US" altLang="ko-KR" sz="20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2000" dirty="0" smtClean="0"/>
              <a:t>행정동 기준으로 매핑</a:t>
            </a:r>
            <a:endParaRPr lang="en-US" altLang="ko-KR" sz="2000" dirty="0" smtClean="0"/>
          </a:p>
          <a:p>
            <a:pPr marL="342900" indent="-342900">
              <a:buFont typeface="+mj-lt"/>
              <a:buAutoNum type="arabicPeriod"/>
            </a:pPr>
            <a:endParaRPr lang="en-US" altLang="ko-KR" sz="20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2000" dirty="0" smtClean="0"/>
              <a:t>최종적으로 컬럼을 정리한 후 </a:t>
            </a:r>
            <a:r>
              <a:rPr lang="ko-KR" altLang="en-US" sz="2000" dirty="0" err="1" smtClean="0"/>
              <a:t>결측치</a:t>
            </a:r>
            <a:r>
              <a:rPr lang="ko-KR" altLang="en-US" sz="2000" dirty="0" smtClean="0"/>
              <a:t> 처리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9416" y="347981"/>
            <a:ext cx="5382376" cy="40963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148" y="805512"/>
            <a:ext cx="6103279" cy="552047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148" y="6373884"/>
            <a:ext cx="6854519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098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환경점수</a:t>
            </a:r>
            <a:r>
              <a:rPr lang="ko-KR" altLang="en-US" dirty="0" smtClean="0"/>
              <a:t> 환산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자동차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2000" dirty="0" smtClean="0"/>
              <a:t>먼저 상위 </a:t>
            </a:r>
            <a:r>
              <a:rPr lang="en-US" altLang="ko-KR" sz="2000" dirty="0" smtClean="0"/>
              <a:t>6</a:t>
            </a:r>
            <a:r>
              <a:rPr lang="ko-KR" altLang="en-US" sz="2000" dirty="0" smtClean="0"/>
              <a:t>개 연료를 선정</a:t>
            </a:r>
            <a:endParaRPr lang="en-US" altLang="ko-KR" sz="2000" dirty="0" smtClean="0"/>
          </a:p>
          <a:p>
            <a:pPr marL="342900" indent="-342900">
              <a:buFont typeface="+mj-lt"/>
              <a:buAutoNum type="arabicPeriod"/>
            </a:pPr>
            <a:endParaRPr lang="en-US" altLang="ko-KR" sz="20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2000" dirty="0" smtClean="0"/>
              <a:t>6</a:t>
            </a:r>
            <a:r>
              <a:rPr lang="ko-KR" altLang="en-US" sz="2000" dirty="0" smtClean="0"/>
              <a:t>개 연료 기준으로 </a:t>
            </a:r>
            <a:r>
              <a:rPr lang="ko-KR" altLang="en-US" sz="2000" dirty="0" err="1" smtClean="0"/>
              <a:t>연료별</a:t>
            </a:r>
            <a:r>
              <a:rPr lang="ko-KR" altLang="en-US" sz="2000" dirty="0" smtClean="0"/>
              <a:t> 점수를 환산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출처</a:t>
            </a:r>
            <a:r>
              <a:rPr lang="en-US" altLang="ko-KR" sz="2000" dirty="0"/>
              <a:t> </a:t>
            </a:r>
            <a:r>
              <a:rPr lang="en-US" altLang="ko-KR" sz="2000" dirty="0" smtClean="0"/>
              <a:t>: </a:t>
            </a:r>
            <a:r>
              <a:rPr lang="en-US" altLang="ko-KR" sz="2000" dirty="0" smtClean="0">
                <a:hlinkClick r:id="rId2"/>
              </a:rPr>
              <a:t>https://m.ebn.co.kr/news/view/879989</a:t>
            </a:r>
            <a:r>
              <a:rPr lang="en-US" altLang="ko-KR" sz="2000" dirty="0" smtClean="0"/>
              <a:t>)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20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2000" dirty="0" smtClean="0"/>
              <a:t>각 </a:t>
            </a:r>
            <a:r>
              <a:rPr lang="ko-KR" altLang="en-US" sz="2000" dirty="0" err="1" smtClean="0"/>
              <a:t>시군구에</a:t>
            </a:r>
            <a:r>
              <a:rPr lang="ko-KR" altLang="en-US" sz="2000" dirty="0" smtClean="0"/>
              <a:t> </a:t>
            </a:r>
            <a:r>
              <a:rPr lang="ko-KR" altLang="en-US" sz="2000" dirty="0" err="1" smtClean="0"/>
              <a:t>점수항목</a:t>
            </a:r>
            <a:r>
              <a:rPr lang="ko-KR" altLang="en-US" sz="2000" dirty="0" smtClean="0"/>
              <a:t> 생성하여 </a:t>
            </a:r>
            <a:r>
              <a:rPr lang="ko-KR" altLang="en-US" sz="2000" dirty="0" err="1" smtClean="0"/>
              <a:t>넣어줌</a:t>
            </a:r>
            <a:endParaRPr lang="en-US" altLang="ko-KR" sz="2000" dirty="0" smtClean="0"/>
          </a:p>
          <a:p>
            <a:pPr marL="342900" indent="-342900">
              <a:buFont typeface="+mj-lt"/>
              <a:buAutoNum type="arabicPeriod"/>
            </a:pPr>
            <a:endParaRPr lang="en-US" altLang="ko-KR" sz="2000" dirty="0" smtClean="0"/>
          </a:p>
          <a:p>
            <a:pPr marL="342900" indent="-342900">
              <a:buFont typeface="+mj-lt"/>
              <a:buAutoNum type="arabicPeriod"/>
            </a:pPr>
            <a:endParaRPr lang="en-US" altLang="ko-KR" sz="2000" dirty="0" smtClean="0"/>
          </a:p>
          <a:p>
            <a:pPr marL="342900" indent="-342900">
              <a:buFont typeface="+mj-lt"/>
              <a:buAutoNum type="arabicPeriod"/>
            </a:pPr>
            <a:endParaRPr lang="en-US" altLang="ko-KR" sz="2000" dirty="0"/>
          </a:p>
          <a:p>
            <a:pPr marL="342900" indent="-342900">
              <a:buFont typeface="+mj-lt"/>
              <a:buAutoNum type="arabicPeriod"/>
            </a:pP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3301" y="149630"/>
            <a:ext cx="42672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63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환경점수</a:t>
            </a:r>
            <a:r>
              <a:rPr lang="ko-KR" altLang="en-US" dirty="0" smtClean="0"/>
              <a:t> 환산 </a:t>
            </a:r>
            <a:r>
              <a:rPr lang="en-US" altLang="ko-KR" dirty="0" smtClean="0"/>
              <a:t>- </a:t>
            </a:r>
            <a:r>
              <a:rPr lang="ko-KR" altLang="en-US" dirty="0" smtClean="0"/>
              <a:t>교통수단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2000" dirty="0" smtClean="0"/>
              <a:t>지금 가지고 </a:t>
            </a:r>
            <a:r>
              <a:rPr lang="ko-KR" altLang="en-US" sz="2000" dirty="0" err="1" smtClean="0"/>
              <a:t>있는데이터는</a:t>
            </a:r>
            <a:r>
              <a:rPr lang="ko-KR" altLang="en-US" sz="2000" dirty="0"/>
              <a:t> </a:t>
            </a:r>
            <a:r>
              <a:rPr lang="ko-KR" altLang="en-US" sz="2000" dirty="0" smtClean="0"/>
              <a:t>지하철</a:t>
            </a:r>
            <a:r>
              <a:rPr lang="en-US" altLang="ko-KR" sz="2000" dirty="0" smtClean="0"/>
              <a:t>+</a:t>
            </a:r>
            <a:r>
              <a:rPr lang="ko-KR" altLang="en-US" sz="2000" dirty="0" smtClean="0"/>
              <a:t>버스 데이터</a:t>
            </a:r>
            <a:endParaRPr lang="en-US" altLang="ko-KR" sz="2000" dirty="0" smtClean="0"/>
          </a:p>
          <a:p>
            <a:pPr marL="342900" indent="-342900">
              <a:buFont typeface="+mj-lt"/>
              <a:buAutoNum type="arabicPeriod"/>
            </a:pPr>
            <a:endParaRPr lang="en-US" altLang="ko-KR" sz="20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2000" dirty="0" smtClean="0"/>
              <a:t>그러므로 비율과 배출량을 계산하여 점수로 환산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436" y="2057400"/>
            <a:ext cx="5734850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708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환경점수</a:t>
            </a:r>
            <a:r>
              <a:rPr lang="ko-KR" altLang="en-US" dirty="0" smtClean="0"/>
              <a:t> 환산 </a:t>
            </a:r>
            <a:r>
              <a:rPr lang="en-US" altLang="ko-KR" dirty="0" smtClean="0"/>
              <a:t>- </a:t>
            </a:r>
            <a:r>
              <a:rPr lang="ko-KR" altLang="en-US" dirty="0" smtClean="0"/>
              <a:t>결과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2000" dirty="0" smtClean="0"/>
              <a:t>통행량에 </a:t>
            </a:r>
            <a:r>
              <a:rPr lang="ko-KR" altLang="en-US" sz="2000" dirty="0" err="1" smtClean="0"/>
              <a:t>재차인원</a:t>
            </a:r>
            <a:r>
              <a:rPr lang="ko-KR" altLang="en-US" sz="2000" dirty="0" smtClean="0"/>
              <a:t> 평균</a:t>
            </a:r>
            <a:r>
              <a:rPr lang="en-US" altLang="ko-KR" sz="2000" dirty="0" smtClean="0"/>
              <a:t>(1.22)</a:t>
            </a:r>
            <a:r>
              <a:rPr lang="ko-KR" altLang="en-US" sz="2000" dirty="0" smtClean="0"/>
              <a:t>을 </a:t>
            </a:r>
            <a:r>
              <a:rPr lang="ko-KR" altLang="en-US" sz="2000" dirty="0" err="1" smtClean="0"/>
              <a:t>곱합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출처 </a:t>
            </a:r>
            <a:r>
              <a:rPr lang="en-US" altLang="ko-KR" sz="2000" smtClean="0"/>
              <a:t>: https://www.joongang.co.kr/article/22626529#home)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2000" dirty="0" smtClean="0"/>
          </a:p>
          <a:p>
            <a:pPr marL="342900" indent="-342900">
              <a:buFont typeface="+mj-lt"/>
              <a:buAutoNum type="arabicPeriod"/>
            </a:pPr>
            <a:r>
              <a:rPr lang="ko-KR" altLang="en-US" sz="2000" dirty="0" smtClean="0"/>
              <a:t>각 </a:t>
            </a:r>
            <a:r>
              <a:rPr lang="ko-KR" altLang="en-US" sz="2000" dirty="0" err="1" smtClean="0"/>
              <a:t>시군구에</a:t>
            </a:r>
            <a:r>
              <a:rPr lang="ko-KR" altLang="en-US" sz="2000" dirty="0" smtClean="0"/>
              <a:t> 통행량과 </a:t>
            </a:r>
            <a:r>
              <a:rPr lang="ko-KR" altLang="en-US" sz="2000" dirty="0" err="1" smtClean="0"/>
              <a:t>승객수를</a:t>
            </a:r>
            <a:r>
              <a:rPr lang="ko-KR" altLang="en-US" sz="2000" dirty="0" smtClean="0"/>
              <a:t> 비율로 맞춰서 점수를 환산</a:t>
            </a:r>
            <a:endParaRPr lang="en-US" altLang="ko-KR" sz="2000" dirty="0"/>
          </a:p>
          <a:p>
            <a:pPr marL="342900" indent="-342900">
              <a:buFont typeface="+mj-lt"/>
              <a:buAutoNum type="arabicPeriod"/>
            </a:pPr>
            <a:endParaRPr lang="en-US" altLang="ko-KR" sz="2000" dirty="0" smtClean="0"/>
          </a:p>
          <a:p>
            <a:pPr marL="342900" indent="-342900">
              <a:buFont typeface="+mj-lt"/>
              <a:buAutoNum type="arabicPeriod"/>
            </a:pPr>
            <a:r>
              <a:rPr lang="ko-KR" altLang="en-US" sz="2000" dirty="0" smtClean="0"/>
              <a:t>환산된 점수를 점수 항목에 입력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175" y="285950"/>
            <a:ext cx="6249272" cy="58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569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334</Words>
  <Application>Microsoft Office PowerPoint</Application>
  <PresentationFormat>와이드스크린</PresentationFormat>
  <Paragraphs>84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2. 데이터수집</vt:lpstr>
      <vt:lpstr>데이터 수집 장소</vt:lpstr>
      <vt:lpstr>데이터 수집 장소</vt:lpstr>
      <vt:lpstr>3. 데이터 전처리</vt:lpstr>
      <vt:lpstr>대중교통 데이터 - 합치기</vt:lpstr>
      <vt:lpstr>대중교통 데이터 - 매핑</vt:lpstr>
      <vt:lpstr>대중교통 데이터 - 그룹화1</vt:lpstr>
      <vt:lpstr>대중교통 데이터 - 그룹화2</vt:lpstr>
      <vt:lpstr>교통량 데이터 - 합치기</vt:lpstr>
      <vt:lpstr>교통량 데이터 – 매핑1</vt:lpstr>
      <vt:lpstr>교통량 데이터 – 매핑2</vt:lpstr>
      <vt:lpstr>교통량 데이터 – 매핑3</vt:lpstr>
      <vt:lpstr>교통량 데이터 - 이상치 처리</vt:lpstr>
      <vt:lpstr>자동차 소유 현황 데이터 - 행정동 설정</vt:lpstr>
      <vt:lpstr>자동차 소유 현황 데이터 - 매핑</vt:lpstr>
      <vt:lpstr>환경점수 환산 - 자동차</vt:lpstr>
      <vt:lpstr>환경점수 환산 - 교통수단</vt:lpstr>
      <vt:lpstr>환경점수 환산 - 결과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데이터수집</dc:title>
  <dc:creator>bigdata</dc:creator>
  <cp:lastModifiedBy>bigdata</cp:lastModifiedBy>
  <cp:revision>10</cp:revision>
  <dcterms:created xsi:type="dcterms:W3CDTF">2022-06-07T00:13:03Z</dcterms:created>
  <dcterms:modified xsi:type="dcterms:W3CDTF">2022-06-07T01:24:48Z</dcterms:modified>
</cp:coreProperties>
</file>