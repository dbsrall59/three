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80841" y="4402712"/>
            <a:ext cx="1352980" cy="63382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5336" y="4142812"/>
            <a:ext cx="946302" cy="977807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49095" y="5315961"/>
            <a:ext cx="1626047" cy="586294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13612" y="5058367"/>
            <a:ext cx="955826" cy="975569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49095" y="7176450"/>
            <a:ext cx="1626046" cy="586293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113598" y="6921183"/>
            <a:ext cx="965349" cy="973340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980841" y="7955769"/>
            <a:ext cx="1352979" cy="63382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145363" y="7700503"/>
            <a:ext cx="946302" cy="973340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933222" y="6270143"/>
            <a:ext cx="2570685" cy="586285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097782" y="6014880"/>
            <a:ext cx="946302" cy="973340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949095" y="8823027"/>
            <a:ext cx="1008989" cy="63382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113655" y="8567761"/>
            <a:ext cx="955826" cy="97334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70074" y="-447619"/>
            <a:ext cx="17345567" cy="3523810"/>
            <a:chOff x="470074" y="-447619"/>
            <a:chExt cx="17345567" cy="3523810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71429" y="-447619"/>
              <a:ext cx="17342857" cy="3523810"/>
              <a:chOff x="471429" y="-447619"/>
              <a:chExt cx="17342857" cy="3523810"/>
            </a:xfrm>
          </p:grpSpPr>
          <p:pic>
            <p:nvPicPr>
              <p:cNvPr id="16" name="Object 15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471429" y="-447619"/>
                <a:ext cx="17342857" cy="3523810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70074" y="-447619"/>
              <a:ext cx="17345567" cy="3523810"/>
              <a:chOff x="470074" y="-447619"/>
              <a:chExt cx="17345567" cy="3523810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470074" y="-447619"/>
                <a:ext cx="17345567" cy="3523810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992139" y="1214017"/>
            <a:ext cx="1569455" cy="11583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2022-06-07T14:48:27Z</dcterms:created>
  <dcterms:modified xsi:type="dcterms:W3CDTF">2022-06-07T14:48:27Z</dcterms:modified>
</cp:coreProperties>
</file>